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1588769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914400" cy="1497329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应用层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0432" y="228600"/>
            <a:ext cx="10792663" cy="73952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6152" y="274320"/>
            <a:ext cx="822960" cy="64808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系统应用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274320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5301" y="274320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控制栏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3202" y="274320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设置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1103" y="274320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电话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986408"/>
            <a:ext cx="10792663" cy="73952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6152" y="1032128"/>
            <a:ext cx="822960" cy="64808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OpenHarmony SDK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1032128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Ability Kit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5301" y="1032128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ArkTS/容器（注：OCR“台器”修正）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53202" y="1032128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ArkData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01103" y="1032128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ArkUI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9004" y="1032128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ArkWeb_.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96906" y="1032128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Xoo kit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817369"/>
            <a:ext cx="11825935" cy="1588769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1863089"/>
            <a:ext cx="914400" cy="1497329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应用框架层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70432" y="1863089"/>
            <a:ext cx="10792663" cy="459485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" y="1908809"/>
            <a:ext cx="822960" cy="368046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系统基本能力子系统簇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1908809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UI框架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5301" y="1908809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用户程序框架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3202" y="1908809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图形图像子系统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01103" y="1908809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媒体子系统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9004" y="1908809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安全子系统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96906" y="1908809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XTS测试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7400" y="210654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分布式软总线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5301" y="210654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分布式数据管理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53202" y="210654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分布式任务调度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01103" y="210654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方舟多进程运行时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9004" y="210654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公共基础库子系统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0432" y="2340863"/>
            <a:ext cx="10792663" cy="261746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16152" y="2386583"/>
            <a:ext cx="822960" cy="170306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基础软件服务子系统簇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2386583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事件通知子系统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5301" y="2386583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通信子系统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53202" y="2386583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媒体子系统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01103" y="2386583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DFX子系统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49004" y="2386583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测试子系统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70432" y="2620898"/>
            <a:ext cx="10792663" cy="459485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16152" y="2666618"/>
            <a:ext cx="822960" cy="368046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增强软件服务子系统簇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66661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智慧屏业务子系统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5301" y="266661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穿戴业务子系统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53202" y="266661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IoT业务子系统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01103" y="266661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位置服务子系统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49004" y="266661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生物特征识别子系统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96906" y="2666618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穿戴专有硬件服务子系统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2864357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IoT专有硬件服务子系统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70432" y="3098672"/>
            <a:ext cx="10792663" cy="261746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16152" y="3144392"/>
            <a:ext cx="822960" cy="170306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硬件服务子系统簇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0" y="3144392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位置服务子系统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05301" y="3144392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生物特征识别子系统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53202" y="3144392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穿戴专有硬件服务子系统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01103" y="3144392"/>
            <a:ext cx="1620469" cy="170306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IoT专有硬件服务子系统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3451860"/>
            <a:ext cx="11825935" cy="1588769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" y="3497579"/>
            <a:ext cx="914400" cy="1497329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内核层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70432" y="3497579"/>
            <a:ext cx="10792663" cy="73952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16152" y="3543299"/>
            <a:ext cx="822960" cy="64808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内嵌子系统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3543299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Linux Kernel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05301" y="3543299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KAL（内核抽象层）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53202" y="3543299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LiteOS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01103" y="3543299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Hongmeng（鸿蒙，对应英文修正）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70432" y="4255389"/>
            <a:ext cx="10792663" cy="73952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216152" y="4301108"/>
            <a:ext cx="822960" cy="64808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驱动子系统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4301108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HDF（统一驱动框架）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5086350"/>
            <a:ext cx="11825935" cy="1588769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8600" y="5132070"/>
            <a:ext cx="914400" cy="1497329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芯片层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70432" y="5132070"/>
            <a:ext cx="10792663" cy="73952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216152" y="5177790"/>
            <a:ext cx="822960" cy="64808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海思平台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5177790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L2 鲲鹏开发板（鲲鹏9000）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05301" y="5177790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L1 hispark afly（Hi3093V100）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53202" y="5177790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L0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70432" y="5889879"/>
            <a:ext cx="10792663" cy="73952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16152" y="5935599"/>
            <a:ext cx="822960" cy="648080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其它芯片平台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57400" y="5935599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L2 鲲鹏P7885、LoongArch xxx、RK3588、飞腾D3000M…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05301" y="5935599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L1 RISC-V…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53202" y="5935599"/>
            <a:ext cx="1620469" cy="648080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L0 恒玄、博通…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